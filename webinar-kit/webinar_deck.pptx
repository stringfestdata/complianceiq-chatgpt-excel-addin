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Calibri"/>
              </a:rPr>
              <a:t>Q1 Variance Magnitude  (|Actual − Budget| / Budget)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Magnitude of variance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Sales Travel  (over)</c:v>
                  </c:pt>
                  <c:pt idx="1">
                    <c:v>Sales Marketing  (under)</c:v>
                  </c:pt>
                  <c:pt idx="2">
                    <c:v>G&amp;A Prof Fees  (over)</c:v>
                  </c:pt>
                  <c:pt idx="3">
                    <c:v>Ops Materials  (over)</c:v>
                  </c:pt>
                  <c:pt idx="4">
                    <c:v>Ops Maintenance  (over)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0.43</c:v>
                </c:pt>
                <c:pt idx="1">
                  <c:v>0.33</c:v>
                </c:pt>
                <c:pt idx="2">
                  <c:v>0.28</c:v>
                </c:pt>
                <c:pt idx="3">
                  <c:v>0.22</c:v>
                </c:pt>
                <c:pt idx="4">
                  <c:v>0.08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 •  60 MINUTES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ChatGPT Add-in for Excel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Workflows for Analysis and Reporting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429768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George Mount  |  Excel MVP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Finance, Audit, Risk,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PROMISE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next 60 minutes, you'll see three things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26771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0574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generate, explain, and fix Excel formulas with AI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6060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leaving the spreadsheet — and without copy-pasting prompts.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6424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42900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86791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36576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turn a flat variance table into executive-ready commentary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2062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is the bottleneck. Watch that bottleneck disappear.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502920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546811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468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52578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AI as a first-pass auditor on messy data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8064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tip-generator, not a conclusion-maker. Critical distinction.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spend the hour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371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why this matters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371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58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2585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add-in is and how it works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1371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254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825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 —  Formulas: generate, explain, fix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371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924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39242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 —  Variance analysis and executive commentary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1371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59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95935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 —  Exploratory analysis on T&amp;E expenses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371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26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4526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playbook: re-prompt, spot-check, isolate, version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5093208"/>
            <a:ext cx="1371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093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50932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resources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meeting the spreadsheet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4389120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03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finance and operations professionals already use a spreadsheet daily.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whether AI will replace Excel.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it shows up inside Excel.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874520"/>
            <a:ext cx="566928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187452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0391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263640" y="2468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alt-tabbing between Excel and a browser. Prompt the data where it lives.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3291840"/>
            <a:ext cx="566928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329184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4564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auditable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63640" y="3886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and the selection live inside the workbook — not in a chat tab someone closed.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4709160"/>
            <a:ext cx="566928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470916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48737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your job to validate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263640" y="5303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generates. You approve. That model doesn't change.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ADD-IN, IN 60 SECONDS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 and what it sees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40664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74066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013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  Home   Insert   Formulas   Data   Review   View   Add-ins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74066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99232"/>
            <a:ext cx="74066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21024"/>
            <a:ext cx="74066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242816"/>
            <a:ext cx="74066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864608"/>
            <a:ext cx="74066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486400"/>
            <a:ext cx="74066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77440"/>
            <a:ext cx="18288" cy="3703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2377440"/>
            <a:ext cx="18288" cy="3703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377440"/>
            <a:ext cx="18288" cy="3703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2377440"/>
            <a:ext cx="18288" cy="3703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377440"/>
            <a:ext cx="18288" cy="3703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2377440"/>
            <a:ext cx="18288" cy="3703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Sales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Revenue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1783080"/>
            <a:ext cx="3429000" cy="4389120"/>
          </a:xfrm>
          <a:prstGeom prst="rect">
            <a:avLst/>
          </a:prstGeom>
          <a:solidFill>
            <a:srgbClr val="ECFDF5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your data, formulas, or selection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21040" y="534924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5349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prompt here…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selection in the workbook is the context window for whatever you ask in the pane.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KNOW BEFORE WE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expectations correctly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 what you select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640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832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active selection is the context window. Selecting carefully is half the prompt-engineering.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2044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697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read or write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0" y="3246120"/>
            <a:ext cx="640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3832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prompts return text in the pane. Some write directly into your cells. Know which is which before you click Apply.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352044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21040" y="2697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deterministic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321040" y="3246120"/>
            <a:ext cx="640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338328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slightly different answer. Build that into how you validate — don't assume reproducibility.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Formulas, the gateway use case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416052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Generate. Explain. Troubleshoot.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01_sales_transactions.xlsx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formula moves on a sales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01_sales_transactions.xlsx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80 order-level rows, January–September 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 columns: OrderID, Date, Region, Salesperson, Product, Category, Qty, Price, Discount, Revenue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Revenue is a live formula = Qty × Price × (1−Discount)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212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file: small enough to scroll, real enough to feel like work.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874520"/>
            <a:ext cx="566928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2057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1  —  Generate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72200" y="25146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column "Net Revenue After Commission" using AI.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3337560"/>
            <a:ext cx="566928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3520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2  —  Explain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72200" y="39776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walkthrough of the Revenue formula.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4800600"/>
            <a:ext cx="566928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4983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3  —  Troubleshoot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72200" y="54406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formula on purpose. Let ChatGPT find the typo.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AI for formulas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03120"/>
            <a:ext cx="182880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you want but not the syntax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 the formula before pasting it 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64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0040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74720"/>
            <a:ext cx="182880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3657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inherited a workbook nobody documented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3657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explanation feels vague, ask it to walk through one row.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57200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846320"/>
            <a:ext cx="182880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46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08960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an error you can't spot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symptom. Don't tell it what's broken — let it find it.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add-in is a co-pilot — not an autopilot.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 with narrative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416052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the commentary — you own the numbers.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02_budget_vs_actuals.xlsx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Budget vs Actual, three departments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828800"/>
            <a:ext cx="416052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52360" y="1828800"/>
            <a:ext cx="73152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0" y="24688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321040" y="25420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4-bullet exec summary from selection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33375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321040" y="34107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drill-down on the Sales Travel trend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42062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21040" y="42793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Q1 variance commentary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80960" y="50749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321040" y="51480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red-team pass to catch hallucinated dollar figures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is genuinely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is the bottleneck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640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analysts can read a variance table. Writing the commentary is what eats their Monday morning.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selection is the prompt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46520" y="2606040"/>
            <a:ext cx="640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97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only summarize what it can see. Select the full range — not just the header row.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251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take a position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640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920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hedges by default. Push it: "Take a position. Would you flag this or wait?"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02336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4251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red-team itself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46520" y="4800600"/>
            <a:ext cx="640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8920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you make any specific dollar claims I should double-check?" Costs nothing, catches a lot.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— the audit hunt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914400" y="416052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tip-generator, not a conclusion-maker.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03_expense_transactions.xlsx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T&amp;E expense transactions with planted anomalies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429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03_expense_transactions.xlsx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~120 transactions, January–April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 employees, 6 categories, 25+ merchants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11 columns including SubmitDate, TxnDate, Amount, Approved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Several anomalies planted — won't tell you which 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realistic case: messy, noisy, real.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874520"/>
            <a:ext cx="56692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1031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2039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 wide net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"Pretend you're an auditor. Top 5 things you'd flag?"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2953512"/>
            <a:ext cx="56692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318211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66560" y="3118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it honestly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3502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what it caught, what it missed.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4032504"/>
            <a:ext cx="56692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4261104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66560" y="419709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follow-ups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45811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patterns, duplicate detection.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0" y="5111496"/>
            <a:ext cx="56692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534009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66560" y="5276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move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56601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flags are you most confident about?"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AI on messy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Cast a wide net first. Ask broad, then narrow.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Ask for confidence labels on every flag.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Treat AI's first pass as inputs, not conclusions.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Re-prompt with specifics when output is vague.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52044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828800"/>
            <a:ext cx="3520440" cy="5029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Trust a flag without checking the source rows.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429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Take a single prompt as the final answer.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4297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Let AI explain away an anomaly — explain it yourself.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Skip documentation. Save prompts with results.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1828800"/>
            <a:ext cx="352044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828800"/>
            <a:ext cx="3520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532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is a smart intern, not a senior analyst.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5320" y="3429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Speed isn't the win — confidence is.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4297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point is to look at MORE data, not less.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75320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You're still the auditor of record.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PLAYBOOK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moves. Every output. No exceptions.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96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1214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same question two different ways. If answers diverge, neither is trustworthy yet.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828800"/>
            <a:ext cx="73152" cy="196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0" y="21214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2788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number in the output. Verify it manually. If one is wrong, none can be trusted.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023360"/>
            <a:ext cx="73152" cy="196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315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accept walls of analysis. Make it walk you through the calculation for a single row.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402336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4023360"/>
            <a:ext cx="73152" cy="196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297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32320" y="4315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4652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prompt with the output. Future-you will want to know what was generated and from what data.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Re-prompt.   Spot-check.   Isolate.   Version.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takeaways to walk out with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1109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add-in is a co-pilot for the work you already do — not a replacement for the work.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6424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5176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77977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79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6974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high-ROI workflows: formulas, narrative commentary, exploratory analysis.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6424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52044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4845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5661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generates. You validate. The judgment is yours.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6424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38912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51713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54480" y="44348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Re-prompt. Spot-check. Isolate. Version. Every output.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525780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554480" y="5303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small. Replace one step in one weekly task. Compound from there.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put this to work on Monday morning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Install or enable the ChatGPT add-in for Excel.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Pick one weekly report you write. Identify the single most tedious step.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892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Replace that step with one prompt. Document the prompt.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2044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828800"/>
            <a:ext cx="3520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514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 personal prompt library — your 5 best prompts in a Notes file.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3703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 the 'red-team itself' move on every AI output before sending.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4892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 one good prompt with a teammate. AI gains compound socially.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352044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828800"/>
            <a:ext cx="3520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2514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 'Prompt used' column to your team's review template.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3703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 a session like this one with your team — using your real data.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4892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Quietly measure how much faster you produce monthly commentary.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Add-in for Excel  •  Practical AI Workflows for Analysis and Reporting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914400" y="370332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to red-team itself.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4434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habit pays for the rest.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Add-in for Excel — Webinar</dc:title>
  <dc:subject>PptxGenJS Presentation</dc:subject>
  <dc:creator>Speaker</dc:creator>
  <cp:lastModifiedBy>Speaker</cp:lastModifiedBy>
  <cp:revision>1</cp:revision>
  <dcterms:created xsi:type="dcterms:W3CDTF">2026-05-16T12:15:39Z</dcterms:created>
  <dcterms:modified xsi:type="dcterms:W3CDTF">2026-05-16T12:15:39Z</dcterms:modified>
</cp:coreProperties>
</file>